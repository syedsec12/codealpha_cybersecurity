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7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176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103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863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50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5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50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2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45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446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585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337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0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94503" y="1160206"/>
            <a:ext cx="577645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CODEALPHA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 Internship – Module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Report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Syed Haider Abbas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Roll / ID: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CA/DF1/38825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Duration: Mar 2026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3661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91149" y="2399071"/>
            <a:ext cx="631833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Phishing 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Awareness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388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digital world, cybercrime is increasing rapidly. Many attackers use different techniques to steal user data. Phishing is one of the most common methods used in cyber attacks.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4973"/>
            <a:ext cx="8229600" cy="114300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What </a:t>
            </a:r>
            <a:r>
              <a:rPr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type of cyber attack in which attackers trick individuals into revealing sensitive information such as usernames, passwords, credit card details, or OTPs by pretending to be a trusted source.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Email Phishing</a:t>
            </a:r>
          </a:p>
          <a:p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SMS Phishing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Smishing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Voice Phishing (Vishing)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Spear Phishing</a:t>
            </a:r>
          </a:p>
          <a:p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Social Media Phishing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emails from banks, fraudulent messages on social media, phishing websites mimicking login pages.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Identify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Check the sender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Look for suspicious links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Urgent or threatening language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Grammar and spelling mistakes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Do not click unknown links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Verify source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 antivirus software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Enable two-factor authentication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Educate yourself and others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manipulate psychology to make users reveal sensitive information. Examples: urgency, authority, fear.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 /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attacks cause billions of dollars in losses annually. Thousands of accounts are compromised every day.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alert, verify messages, educate yourself and colleagues, and follow cybersecurity best practices to avoid phishing attacks.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33</TotalTime>
  <Words>266</Words>
  <Application>Microsoft Office PowerPoint</Application>
  <PresentationFormat>On-screen Show (4:3)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Gill Sans MT</vt:lpstr>
      <vt:lpstr>Tahoma</vt:lpstr>
      <vt:lpstr>Times New Roman</vt:lpstr>
      <vt:lpstr>Gallery</vt:lpstr>
      <vt:lpstr>PowerPoint Presentation</vt:lpstr>
      <vt:lpstr>PowerPoint Presentation</vt:lpstr>
      <vt:lpstr>Introduction</vt:lpstr>
      <vt:lpstr> What is Phishing?</vt:lpstr>
      <vt:lpstr>Types of Phishing</vt:lpstr>
      <vt:lpstr>Real Examples</vt:lpstr>
      <vt:lpstr>How to Identify Phishing</vt:lpstr>
      <vt:lpstr>Prevention Tips</vt:lpstr>
      <vt:lpstr>Social Engineering Tactics</vt:lpstr>
      <vt:lpstr>Statistics /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Haider</dc:creator>
  <cp:keywords/>
  <dc:description>generated using python-pptx</dc:description>
  <cp:lastModifiedBy>Haider</cp:lastModifiedBy>
  <cp:revision>6</cp:revision>
  <dcterms:created xsi:type="dcterms:W3CDTF">2013-01-27T09:14:16Z</dcterms:created>
  <dcterms:modified xsi:type="dcterms:W3CDTF">2026-04-03T16:24:19Z</dcterms:modified>
  <cp:category/>
</cp:coreProperties>
</file>