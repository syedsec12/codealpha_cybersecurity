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67" r:id="rId3"/>
    <p:sldId id="26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65" d="100"/>
          <a:sy n="65" d="100"/>
        </p:scale>
        <p:origin x="132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96319" y="802299"/>
            <a:ext cx="5618515" cy="2541431"/>
          </a:xfrm>
        </p:spPr>
        <p:txBody>
          <a:bodyPr bIns="0" anchor="b">
            <a:normAutofit/>
          </a:bodyPr>
          <a:lstStyle>
            <a:lvl1pPr algn="l"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6319" y="3531205"/>
            <a:ext cx="5618515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96319" y="329308"/>
            <a:ext cx="3086292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4703" y="798973"/>
            <a:ext cx="802005" cy="503578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396319" y="3528542"/>
            <a:ext cx="561851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1756130"/>
            <a:ext cx="5617002" cy="188795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2" y="3806196"/>
            <a:ext cx="5617002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43491" y="3804985"/>
            <a:ext cx="561700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890"/>
            <a:ext cx="6571343" cy="105930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3490" y="2013936"/>
            <a:ext cx="3125871" cy="34375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89182" y="2013936"/>
            <a:ext cx="3125652" cy="343755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Connector 35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164"/>
            <a:ext cx="6571344" cy="10563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9550"/>
            <a:ext cx="3125766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3491" y="2824270"/>
            <a:ext cx="3125766" cy="264445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89182" y="2023004"/>
            <a:ext cx="31256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89182" y="2821491"/>
            <a:ext cx="3125652" cy="263737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9042" y="798973"/>
            <a:ext cx="2425950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6656" y="798974"/>
            <a:ext cx="3828178" cy="4658826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9042" y="3205492"/>
            <a:ext cx="2427369" cy="2248181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1748" y="3205491"/>
            <a:ext cx="242327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4996501" y="482171"/>
            <a:ext cx="3511387" cy="5149101"/>
            <a:chOff x="6852919" y="583365"/>
            <a:chExt cx="4681849" cy="5181928"/>
          </a:xfrm>
        </p:grpSpPr>
        <p:sp>
          <p:nvSpPr>
            <p:cNvPr id="14" name="Rectangle 13"/>
            <p:cNvSpPr/>
            <p:nvPr/>
          </p:nvSpPr>
          <p:spPr>
            <a:xfrm>
              <a:off x="6852919" y="583365"/>
              <a:ext cx="4681849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Rectangle 14"/>
            <p:cNvSpPr/>
            <p:nvPr/>
          </p:nvSpPr>
          <p:spPr>
            <a:xfrm>
              <a:off x="7273787" y="915806"/>
              <a:ext cx="3844017" cy="4507918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148" y="1129513"/>
            <a:ext cx="3244935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40128" y="1122543"/>
            <a:ext cx="2234998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3492" y="3145992"/>
            <a:ext cx="3240286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36664" y="5469857"/>
            <a:ext cx="3252420" cy="320123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37530" y="318641"/>
            <a:ext cx="3251553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1281" y="3143605"/>
            <a:ext cx="324201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18028" y="798974"/>
            <a:ext cx="1103027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3491" y="798974"/>
            <a:ext cx="5301095" cy="465988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6918028" y="798974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015734"/>
            <a:ext cx="9144000" cy="407952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1538" r="12500" b="-1538"/>
          <a:stretch>
            <a:fillRect/>
          </a:stretch>
        </p:blipFill>
        <p:spPr>
          <a:xfrm>
            <a:off x="-1" y="6095253"/>
            <a:ext cx="9144001" cy="774727"/>
          </a:xfrm>
          <a:prstGeom prst="rect">
            <a:avLst/>
          </a:prstGeom>
        </p:spPr>
      </p:pic>
      <p:cxnSp>
        <p:nvCxnSpPr>
          <p:cNvPr id="13" name="Straight Connector 12"/>
          <p:cNvCxnSpPr/>
          <p:nvPr/>
        </p:nvCxnSpPr>
        <p:spPr>
          <a:xfrm>
            <a:off x="0" y="6101127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3491" y="804520"/>
            <a:ext cx="6571343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5733"/>
            <a:ext cx="6571343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46542" y="330370"/>
            <a:ext cx="2368292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43491" y="329308"/>
            <a:ext cx="403400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7725" y="798973"/>
            <a:ext cx="795746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6858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494503" y="1160206"/>
            <a:ext cx="5776452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CODEALPHA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</a:t>
            </a:r>
            <a:endParaRPr lang="en-US" sz="24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Cyber Security Internship – Module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Internship Report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Syed Haider Abbas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Roll / ID: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CA/DF1/38825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Duration: Mar 2026</a:t>
            </a:r>
            <a:endParaRPr lang="en-US" sz="2000" dirty="0"/>
          </a:p>
        </p:txBody>
      </p:sp>
    </p:spTree>
  </p:cSld>
  <p:clrMapOvr>
    <a:masterClrMapping/>
  </p:clrMapOvr>
  <p:transition advTm="3000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91149" y="2399071"/>
            <a:ext cx="631833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 smtClean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       Phishing </a:t>
            </a:r>
            <a:r>
              <a:rPr lang="en-US" sz="32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Awareness </a:t>
            </a:r>
            <a:endParaRPr lang="en-US" sz="3200" dirty="0"/>
          </a:p>
        </p:txBody>
      </p:sp>
    </p:spTree>
  </p:cSld>
  <p:clrMapOvr>
    <a:masterClrMapping/>
  </p:clrMapOvr>
  <p:transition advTm="3000"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smtClean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Introduction</a:t>
            </a:r>
            <a:endParaRPr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today’s digital world, cybercrime is increasing rapidly. Many attackers use different techniques to steal user data. Phishing is one of the most common methods used in cyber attacks.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 advTm="3000"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4973"/>
            <a:ext cx="8229600" cy="1143000"/>
          </a:xfrm>
        </p:spPr>
        <p:txBody>
          <a:bodyPr/>
          <a:lstStyle/>
          <a:p>
            <a:br>
              <a:rPr lang="en-US" dirty="0" smtClean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r>
              <a:rPr dirty="0" smtClean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What </a:t>
            </a:r>
            <a:r>
              <a:rPr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is Phishing?</a:t>
            </a:r>
            <a:endParaRPr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Phishing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type of cyber attack in which attackers trick individuals into revealing sensitive information such as usernames, passwords, credit card details, or OTPs by pretending to be a trusted source.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 advTm="3000"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of Phishing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 Email Phishing</a:t>
            </a:r>
            <a:endParaRPr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SMS Phishing (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Smishing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Voice Phishing (Vishing)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Spear Phishing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5. Social Media Phishing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 advTm="3000"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Examples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Fake emails from banks, fraudulent messages on social media, phishing websites mimicking login pages.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 advTm="3000"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Identify Phishing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Check the sender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Look for suspicious links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Urgent or threatening language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Grammar and spelling mistakes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 advTm="3000"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Prevention Tips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Do not click unknown links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Verify source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Use antivirus software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Enable two-factor authentication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- Educate yourself and others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 advTm="3000"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Social Engineering Tactics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Attackers manipulate psychology to make users reveal sensitive information. Examples: urgency, authority, fear.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 advTm="3000"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Statistics / Impact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Phishing attacks cause billions of dollars in losses annually. Thousands of accounts are compromised every day.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 advTm="3000"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Stay alert, verify messages, educate yourself and colleagues, and follow cybersecurity best practices to avoid phishing attacks.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 advTm="3000"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TM10001114[[fn=Gallery]]</Template>
  <TotalTime>0</TotalTime>
  <Words>1630</Words>
  <Application>WPS Presentation</Application>
  <PresentationFormat>On-screen Show (4:3)</PresentationFormat>
  <Paragraphs>63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SimSun</vt:lpstr>
      <vt:lpstr>Wingdings</vt:lpstr>
      <vt:lpstr>Times New Roman</vt:lpstr>
      <vt:lpstr>Tahoma</vt:lpstr>
      <vt:lpstr>Gill Sans MT</vt:lpstr>
      <vt:lpstr>Microsoft YaHei</vt:lpstr>
      <vt:lpstr>Arial Unicode MS</vt:lpstr>
      <vt:lpstr>Calibri</vt:lpstr>
      <vt:lpstr>Gallery</vt:lpstr>
      <vt:lpstr>PowerPoint 演示文稿</vt:lpstr>
      <vt:lpstr>PowerPoint 演示文稿</vt:lpstr>
      <vt:lpstr>Introduction</vt:lpstr>
      <vt:lpstr> What is Phishing?</vt:lpstr>
      <vt:lpstr>Types of Phishing</vt:lpstr>
      <vt:lpstr>Real Examples</vt:lpstr>
      <vt:lpstr>How to Identify Phishing</vt:lpstr>
      <vt:lpstr>Prevention Tips</vt:lpstr>
      <vt:lpstr>Social Engineering Tactics</vt:lpstr>
      <vt:lpstr>Statistics / Impact</vt:lpstr>
      <vt:lpstr>Conclusion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Haider</dc:creator>
  <dc:description>generated using python-pptx</dc:description>
  <cp:lastModifiedBy>Haider</cp:lastModifiedBy>
  <cp:revision>7</cp:revision>
  <dcterms:created xsi:type="dcterms:W3CDTF">2013-01-27T09:14:00Z</dcterms:created>
  <dcterms:modified xsi:type="dcterms:W3CDTF">2026-04-04T18:47:27Z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C2DC3FBCA92A4CF1B58818F4507A530A_12</vt:lpwstr>
  </property>
  <property fmtid="{D5CDD505-2E9C-101B-9397-08002B2CF9AE}" pid="3" name="KSOProductBuildVer">
    <vt:lpwstr>1033-12.2.0.23196</vt:lpwstr>
  </property>
</Properties>
</file>